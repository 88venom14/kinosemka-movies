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embeddedFontLst>
    <p:embeddedFont>
      <p:font typeface="Oswald Medium"/>
      <p:regular r:id="rId13"/>
      <p:bold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OswaldMedium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swald-regular.fntdata"/><Relationship Id="rId14" Type="http://schemas.openxmlformats.org/officeDocument/2006/relationships/font" Target="fonts/OswaldMedium-bold.fntdata"/><Relationship Id="rId16" Type="http://schemas.openxmlformats.org/officeDocument/2006/relationships/font" Target="fonts/Oswa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74325" y="237175"/>
            <a:ext cx="6068100" cy="31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lang="en-US" sz="55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Сайт по продаже билетов в кино</a:t>
            </a:r>
            <a:endParaRPr i="0" sz="55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3520440"/>
            <a:ext cx="2926080" cy="2743"/>
          </a:xfrm>
          <a:prstGeom prst="rect">
            <a:avLst/>
          </a:prstGeom>
          <a:solidFill>
            <a:srgbClr val="222222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46" y="3611875"/>
            <a:ext cx="173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300"/>
              <a:buFont typeface="Calibri"/>
              <a:buNone/>
            </a:pPr>
            <a:r>
              <a:rPr lang="en-US" sz="1600">
                <a:solidFill>
                  <a:srgbClr val="777777"/>
                </a:solidFill>
                <a:latin typeface="Oswald Medium"/>
                <a:ea typeface="Oswald Medium"/>
                <a:cs typeface="Oswald Medium"/>
                <a:sym typeface="Oswald Medium"/>
              </a:rPr>
              <a:t>Чернаков Артём</a:t>
            </a:r>
            <a:endParaRPr i="0" sz="16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24550" y="5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Какую проблему решает?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91875" y="2027603"/>
            <a:ext cx="4023300" cy="10974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91875" y="2027603"/>
            <a:ext cx="54900" cy="1097400"/>
          </a:xfrm>
          <a:prstGeom prst="rect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74755" y="2119029"/>
            <a:ext cx="3657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23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Экономия времени</a:t>
            </a:r>
            <a:endParaRPr i="0" sz="23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663500" y="2018488"/>
            <a:ext cx="4023300" cy="10974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663500" y="2018488"/>
            <a:ext cx="54900" cy="1097400"/>
          </a:xfrm>
          <a:prstGeom prst="rect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846380" y="2109955"/>
            <a:ext cx="3657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23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Онлайн покупка</a:t>
            </a:r>
            <a:endParaRPr i="0" sz="23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57200" y="4568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Стэк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65750" y="1554475"/>
            <a:ext cx="3931800" cy="16002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65760" y="1554480"/>
            <a:ext cx="3931920" cy="502920"/>
          </a:xfrm>
          <a:prstGeom prst="rect">
            <a:avLst/>
          </a:prstGeom>
          <a:solidFill>
            <a:srgbClr val="6BA9D5"/>
          </a:solidFill>
          <a:ln cap="flat" cmpd="sng" w="12700">
            <a:solidFill>
              <a:srgbClr val="6BA9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02920" y="16002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FRONTEND</a:t>
            </a:r>
            <a:endParaRPr i="0" sz="13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6BA9D5"/>
          </a:solidFill>
          <a:ln cap="flat" cmpd="sng" w="12700">
            <a:solidFill>
              <a:srgbClr val="6BA9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749808" y="21214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777777"/>
                </a:solidFill>
                <a:latin typeface="Oswald"/>
                <a:ea typeface="Oswald"/>
                <a:cs typeface="Oswald"/>
                <a:sym typeface="Oswald"/>
              </a:rPr>
              <a:t>React 18 + TypeScript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6BA9D5"/>
          </a:solidFill>
          <a:ln cap="flat" cmpd="sng" w="12700">
            <a:solidFill>
              <a:srgbClr val="6BA9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49808" y="2478024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77777"/>
                </a:solidFill>
                <a:latin typeface="Oswald"/>
                <a:ea typeface="Oswald"/>
                <a:cs typeface="Oswald"/>
                <a:sym typeface="Oswald"/>
              </a:rPr>
              <a:t>Next.js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48640" y="2889504"/>
            <a:ext cx="109728" cy="109728"/>
          </a:xfrm>
          <a:prstGeom prst="ellipse">
            <a:avLst/>
          </a:prstGeom>
          <a:solidFill>
            <a:srgbClr val="6BA9D5"/>
          </a:solidFill>
          <a:ln cap="flat" cmpd="sng" w="12700">
            <a:solidFill>
              <a:srgbClr val="6BA9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749808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777777"/>
                </a:solidFill>
                <a:latin typeface="Oswald"/>
                <a:ea typeface="Oswald"/>
                <a:cs typeface="Oswald"/>
                <a:sym typeface="Oswald"/>
              </a:rPr>
              <a:t>CSS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846325" y="1554478"/>
            <a:ext cx="3931800" cy="16002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846320" y="1554480"/>
            <a:ext cx="3931920" cy="502920"/>
          </a:xfrm>
          <a:prstGeom prst="rect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983480" y="160020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BACKEND</a:t>
            </a:r>
            <a:endParaRPr i="0" sz="13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0" y="2176272"/>
            <a:ext cx="109728" cy="109728"/>
          </a:xfrm>
          <a:prstGeom prst="ellipse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230368" y="212140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777777"/>
                </a:solidFill>
                <a:latin typeface="Oswald"/>
                <a:ea typeface="Oswald"/>
                <a:cs typeface="Oswald"/>
                <a:sym typeface="Oswald"/>
              </a:rPr>
              <a:t>Node.js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029200" y="2560320"/>
            <a:ext cx="109728" cy="109728"/>
          </a:xfrm>
          <a:prstGeom prst="ellipse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230368" y="2505456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77777"/>
                </a:solidFill>
                <a:latin typeface="Oswald"/>
                <a:ea typeface="Oswald"/>
                <a:cs typeface="Oswald"/>
                <a:sym typeface="Oswald"/>
              </a:rPr>
              <a:t>SQLite</a:t>
            </a:r>
            <a:endParaRPr i="0" sz="1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365750" y="4572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Функционал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365760" y="971555"/>
            <a:ext cx="5029200" cy="32004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548650" y="1090425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Просмотр фильмов (сейчас в кино / скоро)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8650" y="1597845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Выбор сеанса и места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8650" y="2105265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Бронирование билетов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50" y="2612686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Личный кабинет и профиль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50" y="3120106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История бронирований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50" y="3627526"/>
            <a:ext cx="45591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50"/>
              <a:buFont typeface="Calibri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Отмена бронирования</a:t>
            </a:r>
            <a:endParaRPr i="0" sz="1800" u="none" cap="none" strike="noStrike">
              <a:solidFill>
                <a:schemeClr val="lt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411475" y="4572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Дизайн проекта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570261" y="699425"/>
            <a:ext cx="28716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42"/>
              <a:buFont typeface="Georgia"/>
              <a:buNone/>
            </a:pPr>
            <a:r>
              <a:rPr lang="en-US" sz="2305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Главная страница</a:t>
            </a:r>
            <a:endParaRPr i="0" sz="2305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5101" y="699425"/>
            <a:ext cx="4164491" cy="2112884"/>
          </a:xfrm>
          <a:prstGeom prst="rect">
            <a:avLst/>
          </a:prstGeom>
          <a:noFill/>
          <a:ln cap="flat" cmpd="sng" w="10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5090" y="2917311"/>
            <a:ext cx="4164510" cy="2112884"/>
          </a:xfrm>
          <a:prstGeom prst="rect">
            <a:avLst/>
          </a:prstGeom>
          <a:noFill/>
          <a:ln cap="flat" cmpd="sng" w="82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" name="Google Shape;80;p7"/>
          <p:cNvSpPr/>
          <p:nvPr/>
        </p:nvSpPr>
        <p:spPr>
          <a:xfrm>
            <a:off x="570250" y="2917300"/>
            <a:ext cx="3590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42"/>
              <a:buFont typeface="Georgia"/>
              <a:buNone/>
            </a:pPr>
            <a:r>
              <a:rPr lang="en-US" sz="2305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Страница с фильмами</a:t>
            </a:r>
            <a:endParaRPr i="0" sz="2305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365750" y="4572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Структура проекта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88" name="Google Shape;88;p8" title="struk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513" y="640075"/>
            <a:ext cx="7550975" cy="4214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0808"/>
          </a:solidFill>
          <a:ln cap="flat" cmpd="sng" w="127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365750" y="548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Репозиторий GitHub</a:t>
            </a:r>
            <a:endParaRPr i="0" sz="3000" u="none" cap="none" strike="noStrike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  <p:pic>
        <p:nvPicPr>
          <p:cNvPr id="96" name="Google Shape;96;p9" title="2026040403008-94577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438" y="1194125"/>
            <a:ext cx="3434225" cy="394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 txBox="1"/>
          <p:nvPr/>
        </p:nvSpPr>
        <p:spPr>
          <a:xfrm>
            <a:off x="1565850" y="647700"/>
            <a:ext cx="6012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rPr>
              <a:t>https://github.com/88venom14/kinosemka-movies</a:t>
            </a:r>
            <a:endParaRPr sz="2300">
              <a:solidFill>
                <a:schemeClr val="dk1"/>
              </a:solidFill>
              <a:latin typeface="Oswald Medium"/>
              <a:ea typeface="Oswald Medium"/>
              <a:cs typeface="Oswald Medium"/>
              <a:sym typeface="Oswald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5A059"/>
          </a:solidFill>
          <a:ln cap="flat" cmpd="sng" w="12700">
            <a:solidFill>
              <a:srgbClr val="C5A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1816050" y="1954200"/>
            <a:ext cx="5511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lang="en-US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Спасибо за внимание</a:t>
            </a:r>
            <a:endParaRPr b="1" i="0" sz="48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